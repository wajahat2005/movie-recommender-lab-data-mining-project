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DS-311 Data Mining · P07 Movie Recommender Lab C Member C: your tasks Evaluation + association rules Name: Achu YOUR TEAMMATES Member A · data &amp; content-based · Emman (B) · EDA &amp; collaborative filte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C Member C · evaluation &amp; association rules Shared groundwork Time-based train/test split per user + leakage check RMSE, precision@k, recall@k, NDCG Popularity baseline everyone compares against Own recommender Rules on “liked” movies (rating ≥ 4) FP-Growth in mlxtend; tune support, confidence, lift Rule-based “because you liked” explanation Final comparison table of all methods App &amp; report Deploy on Streamlit Community Cloud Report: Experiments &amp; results section Explain this module in the viva FILES YOU OWN 03_evaluation_baseline_C.ipynb · 06_assoc_rules_C.ipynb · src/evaluation.py · src/assoc_rules.py DECISIONS YOU MAKE The train/test cutoff, what counts as “liked”, k for top-k lists, support and confidence thresholds Member C · Ach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Step by step: evaluation &amp; baseline 1 Time-based split For each user, sort ratings by timestamp: oldest 80% = train, newest 20% = test. 2 Leakage check Assert no test rating is older than that user’s training ratings, and print the result. 3 RMSE For rating prediction: the typical size of the error between predicted and true ratings. Lower is better. 4 Top-k metrics Precision@10, recall@10, NDCG@10: how many of 10 suggestions the user liked, and how high they ranked. 5 Common interface Every recommender has fit(train) and recommend(user, k); one evaluate() scores them all. 6 Popularity baseline Recommend the most-rated movies to everyone. Every other method must beat this. Member C · Achu · Claude Code can write the code; you must be able to explain each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Step by step: association rules recommender 1 Transactions Each user becomes one “basket”: the movies they rated 4 or higher. 2 One-hot encode mlxtend’s TransactionEncoder turns baskets into a True/False table of users × movies. 3 FP-Growth fpgrowth finds sets of movies liked together often. Start with min_support around 0.05. 4 Rules association_rules gives “liked A → likes B” with confidence and lift; keep lift above 1. 5 Recommend + explain If a user liked a rule’s left side, suggest its right side: “people who liked A and B liked C”. 6 Compare + deploy Build the final table of all methods; deploy the app on Streamlit Cloud from GitHub. Member C · Achu · Claude Code can write the code; you must be able to explain each st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Words you’ll be asked about in the viva Data leakage Test information sneaking into training, which makes scores look better than they really are. Time-based split Train on the past, test on the future, just like a real recommender would be used. RMSE Root mean squared error: the average size of rating- prediction mistakes. Precision / recall @k Precision: share of the k picks that were liked. Recall: share of liked movies we found. NDCG Like precision, but hits near the top of the list count more than hits near the bottom. Support · confidence · lift How often a set appears · how often B follows A · how much A boosts B vs chan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PERIOD 1 OF 6 · M0 · PROPOSAL Now → Wed 14 Oct What to do, in order 1 Accept Member A’s GitHub invite and set your git email so commits count as yours. 2 Open the repo in Colab and add your row to the README contribution table (first commit). 3 Read README.md and CLAUDE.md so you know the repo layout and rules. 4 Create notebooks/03_evaluation_baseline_C.ipynb and load the data in it. 5 Help Emman finish the proposal with the evaluation plan (time split, metrics). Done when ✓ Your commit shows on GitHub Proposal includes the evaluation plan Data loads in your notebook SHOW IN THE LAB The evaluation plan in the proposal WORK WITH Member A (repo access), Emman (proposal)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PERIOD 2 OF 6 · M1 · DATA QUALITY &amp;AMP; EDA 15 Oct → Wed 21 Oct What to do, in order 1 Time-based split: for each user, oldest 80% of ratings → train, newest 20% → test. 2 Leakage check: assert no test rating is older than that user’s training ratings. 3 Write RMSE, precision@k, recall@k and NDCG@k in src/evaluation.py. 4 Write evaluate() so any model with fit() and recommend() can be scored the same way. 5 Test each metric on a tiny hand-made example where you already know the answer. Done when ✓ Split + leakage check print PASS Metrics pushed in src/evaluation.py Team knows how to call evaluate() SHOW IN THE LAB The evaluation plan and split WORK WITH Member A (use load_data() for the split)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PERIOD 3 OF 6 · M2 · FIRST MODEL 22 Oct → Wed 28 Oct What to do, in order 1 Popularity baseline: recommend the most-rated movies each user hasn’t seen. 2 Score the baseline: this is the number everyone else must beat. 3 Make “liked” baskets: each user’s movies rated 4 or more. 4 Run FP-Growth (mlxtend) and look at the first association rules. 5 Show Member A and Emman how to plug their models into evaluate(). Done when ✓ Baseline numbers shared with the team First rules printed Notebooks 03 and 06 on GitHub SHOW IN THE LAB Baseline + first rules WORK WITH Member A and Emman (they score against you)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PERIOD 4 OF 6 · M3 · CORE COMPLETE (MIDTERM IN WK 9) 29 Oct → Wed 18 Nov What to do, in order 1 Wk 9, exam week: keep it light, test metrics on edge cases (users with 1 rating). 2 Wk 10: turn rules into a recommender with fit(), recommend() and explanations. 3 Wk 10: evaluate the rules recommender against the baseline. 4 Wk 11: create the app/app.py skeleton with pages for Member A and Emman. 5 Move your code into src/assoc_rules.py. Done when ✓ Rules recommender scored streamlit run app/app.py opens Your code lives in src/ SHOW IN THE LAB App skeleton with one working page WORK WITH Member A and Emman (their pages)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PERIOD 5 OF 6 · M4 · EVALUATION + APP ONLINE 19 Nov → Wed 2 Dec What to do, in order 1 Tune min_support, min_confidence and lift; record how results change. 2 Build the comparison table: every recommender × RMSE, precision, recall, NDCG at 10. 3 Connect the repo to Streamlit Community Cloud and deploy app/app.py. 4 Fix any deploy errors (missing packages go in requirements.txt) and share the link. 5 Start the report’s Experiments &amp; results section. Done when ✓ App live at a public link Comparison table done Results section drafted SHOW IN THE LAB Full evaluation + app at a public link WORK WITH Member A and Emman (final numbers)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PERIOD 6 OF 6 · FREEZE 16 DEC · SUBMIT, DEMO, VIVA 3 Dec → 23 Dec What to do, in order 1 By Wed 16 Dec (freeze): finish the Results section; no new features after this. 2 Lead the full demo dry-run: app, slides, who says what. 3 Fill in the contribution table and AI-use disclosure with the team. 4 Rehearse: explain every line of your code and practise one live parameter change. 5 Learn Member A’s and Emman’s modules well enough to answer 2–3 questions on each. Done when ✓ Report + repo submitted Demo dry-run done as a team You can explain all three recommenders SHOW IN THE LAB 21–23 Dec: submission, demo, viva WORK WITH The whole team Member C · Achu · Commit at least once a week from your own ac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Who does what on the team Everyone builds one recommender (the guide requires each member to implement a mining technique) plus one slice of the shared groundwork. Member A B · Emman C · Achu Shared groundwork Data loading, joins, dictionary, data-quality report EDA: sparsity, long tail, distributions, hypothesis test Time-based split, metrics, popularity baseline Own recommender Content-based (TF-IDF + cosine) and cold-start Collaborative filtering: kNN + SVD Association rules on liked movies Web app Dashboard page “Rate 5 movies” page Deployment Report section Data Pipeline &amp; methods Experiments &amp; results Together: insights, limitations, optional hybrid, slides and demo rehears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Six team rules Own your notebooks Never edit a teammate’s .ipynb at the same time. Pull, then push git pull before work; small commits from your own account. No data in the repo Download MovieLens in Colab; data/ stays in .gitignore. One interface Every recommender has fit() and recommend(); C’s harness scores all of them. Weekly walkthrough 20 minutes each; the viva asks about teammates’ modules too. Disclose AI use Log Claude Code use in the report and be able to explain every lin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P07 — Member C tasks</dc:title>
  <dc:subject/>
  <dc:creator/>
  <cp:lastModifiedBy/>
  <cp:revision>1</cp:revision>
  <dcterms:created xsi:type="dcterms:W3CDTF">2026-10-11T09:37:42Z</dcterms:created>
  <dcterms:modified xsi:type="dcterms:W3CDTF">2026-10-11T09:37:42Z</dcterms:modified>
</cp:coreProperties>
</file>