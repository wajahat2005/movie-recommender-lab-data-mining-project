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DS-311 Data Mining · P07 Movie Recommender Lab B Member B: your tasks EDA + collaborative filtering Name: Emman YOUR TEAMMATES Member A · data &amp; content-based · Achu (C) · evaluation &amp; r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B Member Emman (B) · EDA &amp; collaborative filtering Shared groundwork Sparsity of the user– movie matrix Long tail of popularity, rating distributions At least one hypothesis test that answers a real question Own recommender Item-item and user-user kNN (cosine / Pearson) Matrix factorisation with TruncatedSVD Show the effect of k and n_components RMSE + top-k metrics via Achu’s harness App &amp; report “Rate 5 movies” page wiring all three recommenders Report: Methods section + pipeline diagram Explain this module in the viva FILES YOU OWN 02_eda_B.ipynb · 05_collaborative_B.ipynb · src/collaborative.py · app/app.py (try-it page) DECISIONS YOU MAKE Which hypothesis test, which k and n_components, how to keep the matrix small enough for Colab Member B · Emm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Step by step: exploratory data analysis 1 Sparsity Count users × movies cells and how many are actually rated. Usually only a tiny fraction is filled. 2 Long tail Plot ratings per movie, sorted high to low: a few movies get most ratings, most get very few. 3 Distributions Histograms of rating values, ratings per user, and ratings over the years. 4 Pick a question Choose one real question, e.g. “Do Drama movies get higher ratings than Comedies?” 5 Run the test Two groups with skewed data → Mann-Whitney U (scipy). Report the p-value and say what it means. 6 Write takeaways Under every plot, one markdown line: what we see and why it matters for recommenders. Member B · Emman · Claude Code can write the code; you must be able to explain each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Step by step: collaborative filtering 1 Rating matrix Pivot ratings into a sparse users × movies matrix (scipy.sparse) so it fits in Colab’s RAM. 2 Item-item kNN Similarity between movie columns; predict a rating from the user’s ratings of the k most similar movies. 3 User-user kNN Same idea with rows: find k users with similar taste (cosine or Pearson) and borrow their ratings. 4 SVD TruncatedSVD squeezes the matrix into hidden “taste factors”; multiply back to fill missing ratings. 5 Tune Try k = 10, 20, 50 and n_components = 20, 50, 100; plot how RMSE and precision@10 change. 6 Explain + evaluate “Because you liked X” from the nearest movie; score every variant with Achu’s harness. Member B · Emman · Claude Code can write the code; you must be able to explain each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Words you’ll be asked about in the viva Sparsity How empty the users × movies table is. Most users rated only a few of thousands of movies. Long tail Most ratings go to a few blockbusters; thousands of movies have only a handful. kNN k-nearest neighbours: predict using the k most similar users or movies. Pearson correlation Similarity that first subtracts each user’s average, so harsh and generous raters compare fairly. SVD Matrix factorisation: describes users and movies with a few hidden taste factors. p-value If there were truly no difference, how likely is a result this extreme? Below 0.05 = significa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PERIOD 1 OF 6 · M0 · PROPOSAL Now → Wed 14 Oct What to do, in order 1 Accept Member A’s GitHub invite and set your git email so commits count as yours. 2 Open the repo in Colab and add your row to the README contribution table (first commit). 3 Draft the 1-page proposal: problem, the 3 questions, who owns which module. 4 Share it by Mon 12 Oct so Member A and Achu can add their parts. 5 Create notebooks/02_eda_B.ipynb and load the data in it. Done when ✓ Proposal finished and ready to submit Your commit shows on GitHub Data loads in your notebook SHOW IN THE LAB The 1-page proposal WORK WITH Member A and Achu (their proposal sections) Member B · Emman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PERIOD 2 OF 6 · M1 · DATA QUALITY &amp;AMP; EDA 15 Oct → Wed 21 Oct What to do, in order 1 Sparsity: how many users × movies cells are filled? Report the percentage. 2 Long tail: plot ratings per movie, sorted from most to least. 3 Distributions: rating values, ratings per user, ratings per year. 4 Hypothesis test, e.g. “Do Dramas get higher ratings than Comedies?” Mann-Whitney U, explain the p-value. 5 Write a one-line takeaway under every plot. Done when ✓ All EDA plots with takeaways One hypothesis test explained in words Notebook 02 on GitHub SHOW IN THE LAB The EDA section WORK WITH Member A (switch to load_data() once it’s ready) Member B · Emman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PERIOD 3 OF 6 · M2 · FIRST MODEL 22 Oct → Wed 28 Oct What to do, in order 1 Build the users × movies rating matrix as a scipy sparse matrix. 2 Item-item kNN: cosine similarity between movies; predict from the k most similar movies the user rated. 3 Produce top-10 lists for a few users and check they look sensible. 4 Score with Achu’s evaluate(): RMSE and precision@10 vs the popularity baseline. 5 Save notebooks/05_collaborative_B.ipynb to GitHub. Done when ✓ Item-kNN works for any user Results vs baseline recorded Notebook 05 on GitHub SHOW IN THE LAB First collaborative-filtering results WORK WITH Achu (evaluation harness) Member B · Emman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PERIOD 4 OF 6 · M3 · CORE COMPLETE (MIDTERM IN WK 9) 29 Oct → Wed 18 Nov What to do, in order 1 Wk 9, exam week: keep it light, just add “because you liked…” to item-kNN. 2 Wk 10: user-user kNN with cosine and Pearson; compare it with item-item. 3 Wk 10–11: TruncatedSVD to predict missing ratings. 4 Wk 11: “Rate 5 movies” page in app/app.py showing item- kNN recommendations. 5 Move your code into src/collaborative.py. Done when ✓ Three CF variants running Try-it page works with one recommender Your code lives in src/ SHOW IN THE LAB App skeleton with the try-it page WORK WITH Achu (app skeleton), Member A (dashboard page) Member B · Emman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PERIOD 5 OF 6 · M4 · EVALUATION + APP ONLINE 19 Nov → Wed 2 Dec What to do, in order 1 Tune k (10, 20, 50) and n_components (20, 50, 100); plot RMSE and precision@10. 2 Pick the best settings and explain why in the notebook. 3 Wire all three recommenders into the try-it page, side by side with explanations. 4 Add your final numbers to Achu’s comparison table. 5 Start the report’s Methods section and draw the pipeline diagram. Done when ✓ Try-it page shows 3 algorithms online Tuning plots done Methods section drafted SHOW IN THE LAB Full evaluation + app at a public link WORK WITH Member A and Achu (their recommend() functions) Member B · Emman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PERIOD 6 OF 6 · FREEZE 16 DEC · SUBMIT, DEMO, VIVA 3 Dec → 23 Dec What to do, in order 1 By Wed 16 Dec (freeze): finish the Methods section; no new features after this. 2 Optional bonus: build the hybrid (content + CF) recommender with Member A. 3 Fill in the contribution table and AI-use disclosure with the team. 4 Rehearse: explain every line of your code and practise one live parameter change. 5 Learn Member A’s and Achu’s modules well enough to answer 2–3 questions on each. Done when ✓ Report + repo submitted Demo dry-run done as a team You can explain all three recommenders SHOW IN THE LAB 21–23 Dec: submission, demo, viva WORK WITH The whole team Member B · Emman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Who does what on the team Everyone builds one recommender (the guide requires each member to implement a mining technique) plus one slice of the shared groundwork. Member A B · Emman C · Achu Shared groundwork Data loading, joins, dictionary, data-quality report EDA: sparsity, long tail, distributions, hypothesis test Time-based split, metrics, popularity baseline Own recommender Content-based (TF-IDF + cosine) and cold-start Collaborative filtering: kNN + SVD Association rules on liked movies Web app Dashboard page “Rate 5 movies” page Deployment Report section Data Pipeline &amp; methods Experiments &amp; results Together: insights, limitations, optional hybrid, slides and demo rehears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Six team rules Own your notebooks Never edit a teammate’s .ipynb at the same time. Pull, then push git pull before work; small commits from your own account. No data in the repo Download MovieLens in Colab; data/ stays in .gitignore. One interface Every recommender has fit() and recommend(); Achu’s harness scores all of them. Weekly walkthrough 20 minutes each; the viva asks about teammates’ modules too. Disclose AI use Log Claude Code use in the report and be able to explain every li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— Member B tasks</dc:title>
  <dc:subject/>
  <dc:creator/>
  <cp:lastModifiedBy/>
  <cp:revision>1</cp:revision>
  <dcterms:created xsi:type="dcterms:W3CDTF">2026-10-11T09:36:57Z</dcterms:created>
  <dcterms:modified xsi:type="dcterms:W3CDTF">2026-10-11T09:36:57Z</dcterms:modified>
</cp:coreProperties>
</file>